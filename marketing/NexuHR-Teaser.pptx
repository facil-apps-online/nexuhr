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exurh-icon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7008" y="54864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 Semibold"/>
              </a:rPr>
              <a:t>NexuHR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48640"/>
            <a:ext cx="33192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8FC9C0"/>
                </a:solidFill>
                <a:latin typeface="Segoe UI"/>
              </a:rPr>
              <a:t>TEASER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78638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Potencia el talento de tu empresa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con </a:t>
            </a:r>
            <a:r>
              <a:rPr sz="3400" b="1" i="0">
                <a:solidFill>
                  <a:srgbClr val="F59F0A"/>
                </a:solidFill>
                <a:latin typeface="Segoe UI"/>
              </a:rPr>
              <a:t>NexuHR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8E9E6"/>
                </a:solidFill>
                <a:latin typeface="Segoe UI"/>
              </a:rPr>
              <a:t>La plataforma integral de Recursos Humanos y SG-SST: nómina, exámenes, evaluaciones, dotación y comunicación interna en un solo lugar, con portal de autogestión para cada colaborador.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937760"/>
            <a:ext cx="1860804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FB3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937760"/>
            <a:ext cx="18608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Multi-empresa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5204" y="4937760"/>
            <a:ext cx="1490472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FB3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5204" y="4937760"/>
            <a:ext cx="14904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Multi-país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6844" y="4937760"/>
            <a:ext cx="2107692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FB3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6844" y="4937760"/>
            <a:ext cx="21076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100% en la nube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ED6D0"/>
                </a:solidFill>
                <a:latin typeface="Segoe UI"/>
              </a:rPr>
              <a:t>www.nexuhr.pro     ·     WhatsApp +57 311 720 8085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9D90"/>
                </a:solidFill>
                <a:latin typeface="Segoe U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5394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303D"/>
                </a:solidFill>
                <a:latin typeface="Segoe UI"/>
              </a:rPr>
              <a:t>Todo tu equipo humano,</a:t>
            </a:r>
          </a:p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303D"/>
                </a:solidFill>
                <a:latin typeface="Segoe UI"/>
              </a:rPr>
              <a:t>en un solo lugar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51206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707885"/>
                </a:solidFill>
                <a:latin typeface="Segoe UI"/>
              </a:rPr>
              <a:t>Nómina, incapacidades, SG-SST, evaluaciones y comunicación interna — hoy dispersos en hojas de cálculo, papel y WhatsApp — se centralizan en una sola plataforma en la nube, con un portal donde cada colaborador se autogestiona.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4023359"/>
            <a:ext cx="201168" cy="201168"/>
          </a:xfrm>
          <a:prstGeom prst="ellipse">
            <a:avLst/>
          </a:prstGeom>
          <a:solidFill>
            <a:srgbClr val="2A9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950207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9303D"/>
                </a:solidFill>
                <a:latin typeface="Segoe UI"/>
              </a:rPr>
              <a:t>Cumplimiento SG-SST sin hojas sueltas ni carpetas físicas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590287"/>
            <a:ext cx="201168" cy="201168"/>
          </a:xfrm>
          <a:prstGeom prst="ellipse">
            <a:avLst/>
          </a:prstGeom>
          <a:solidFill>
            <a:srgbClr val="2A9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54456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517135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9303D"/>
                </a:solidFill>
                <a:latin typeface="Segoe UI"/>
              </a:rPr>
              <a:t>Portal de autogestión: firmas, pagos, cursos y certificados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5157215"/>
            <a:ext cx="201168" cy="201168"/>
          </a:xfrm>
          <a:prstGeom prst="ellipse">
            <a:avLst/>
          </a:prstGeom>
          <a:solidFill>
            <a:srgbClr val="2A9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111495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5084063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9303D"/>
                </a:solidFill>
                <a:latin typeface="Segoe UI"/>
              </a:rPr>
              <a:t>Multi-empresa y multi-país desde el primer día</a:t>
            </a:r>
          </a:p>
        </p:txBody>
      </p:sp>
      <p:pic>
        <p:nvPicPr>
          <p:cNvPr id="15" name="Picture 14" descr="mockup_dashboard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482456"/>
            <a:ext cx="5806440" cy="407596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exurh-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556248"/>
            <a:ext cx="219456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3232" y="6473952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NexuHR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73952"/>
            <a:ext cx="3566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FE3E0"/>
                </a:solidFill>
                <a:latin typeface="Segoe UI"/>
              </a:rPr>
              <a:t>www.nexuhr.pro   ·   +57 311 720 8085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9303D"/>
                </a:solidFill>
                <a:latin typeface="Segoe UI"/>
              </a:rPr>
              <a:t>Un módulo para cada proceso de RR. HH. y SST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07885"/>
                </a:solidFill>
                <a:latin typeface="Segoe UI"/>
              </a:rPr>
              <a:t>Todo lo que hoy gestionas por separado, integrado en una sola plataforma.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213969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emple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627632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" y="2176272"/>
            <a:ext cx="1847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9303D"/>
                </a:solidFill>
                <a:latin typeface="Segoe UI"/>
              </a:rPr>
              <a:t>Empleados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468880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707885"/>
                </a:solidFill>
                <a:latin typeface="Segoe UI"/>
              </a:rPr>
              <a:t>Datos, contratos y documentos de todo el equipo en un solo lugar.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481328"/>
            <a:ext cx="213969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nomi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12" y="1627632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53512" y="2176272"/>
            <a:ext cx="1847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9303D"/>
                </a:solidFill>
                <a:latin typeface="Segoe UI"/>
              </a:rPr>
              <a:t>Nómina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468880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707885"/>
                </a:solidFill>
                <a:latin typeface="Segoe UI"/>
              </a:rPr>
              <a:t>Desprendibles de pago, períodos y contratos centralizados.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496" y="1481328"/>
            <a:ext cx="213969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incapacidad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627632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57800" y="2176272"/>
            <a:ext cx="1847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9303D"/>
                </a:solidFill>
                <a:latin typeface="Segoe UI"/>
              </a:rPr>
              <a:t>Incapacidades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468880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707885"/>
                </a:solidFill>
                <a:latin typeface="Segoe UI"/>
              </a:rPr>
              <a:t>Control riguroso de ausencias y descansos médicos.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5784" y="1481328"/>
            <a:ext cx="213969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evaluacio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627632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62088" y="2176272"/>
            <a:ext cx="1847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9303D"/>
                </a:solidFill>
                <a:latin typeface="Segoe UI"/>
              </a:rPr>
              <a:t>Evaluaciones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2468880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707885"/>
                </a:solidFill>
                <a:latin typeface="Segoe UI"/>
              </a:rPr>
              <a:t>Evaluaciones de desempeño periódicas y por competencias.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20072" y="1481328"/>
            <a:ext cx="213969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_s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6376" y="1627632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866376" y="2176272"/>
            <a:ext cx="1847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9303D"/>
                </a:solidFill>
                <a:latin typeface="Segoe UI"/>
              </a:rPr>
              <a:t>Exámenes Médicos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2468880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707885"/>
                </a:solidFill>
                <a:latin typeface="Segoe UI"/>
              </a:rPr>
              <a:t>Programación y seguimiento de exámenes ocupacionales.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108960"/>
            <a:ext cx="213969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_comit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255264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9224" y="3803904"/>
            <a:ext cx="1847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9303D"/>
                </a:solidFill>
                <a:latin typeface="Segoe UI"/>
              </a:rPr>
              <a:t>Comités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" y="4096512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707885"/>
                </a:solidFill>
                <a:latin typeface="Segoe UI"/>
              </a:rPr>
              <a:t>COPASST y convivencia laboral, con vigencias controladas.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07208" y="3108960"/>
            <a:ext cx="213969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_curs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53512" y="3255264"/>
            <a:ext cx="457200" cy="457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953512" y="3803904"/>
            <a:ext cx="1847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9303D"/>
                </a:solidFill>
                <a:latin typeface="Segoe UI"/>
              </a:rPr>
              <a:t>Cursos y Certificaciones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53512" y="4096512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707885"/>
                </a:solidFill>
                <a:latin typeface="Segoe UI"/>
              </a:rPr>
              <a:t>Capacitaciones, horas y certificados por vencer.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11496" y="3108960"/>
            <a:ext cx="213969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on_dotac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3255264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257800" y="3803904"/>
            <a:ext cx="1847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9303D"/>
                </a:solidFill>
                <a:latin typeface="Segoe UI"/>
              </a:rPr>
              <a:t>Dotación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4096512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707885"/>
                </a:solidFill>
                <a:latin typeface="Segoe UI"/>
              </a:rPr>
              <a:t>Entrega de uniformes y elementos de protección personal.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15784" y="3108960"/>
            <a:ext cx="213969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on_firma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2088" y="3255264"/>
            <a:ext cx="457200" cy="4572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562088" y="3803904"/>
            <a:ext cx="1847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9303D"/>
                </a:solidFill>
                <a:latin typeface="Segoe UI"/>
              </a:rPr>
              <a:t>Centro de Firmas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2088" y="4096512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707885"/>
                </a:solidFill>
                <a:latin typeface="Segoe UI"/>
              </a:rPr>
              <a:t>Firma electrónica de documentos y políticas internas.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20072" y="3108960"/>
            <a:ext cx="213969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con_comunicacione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66376" y="3255264"/>
            <a:ext cx="457200" cy="4572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866376" y="3803904"/>
            <a:ext cx="1847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9303D"/>
                </a:solidFill>
                <a:latin typeface="Segoe UI"/>
              </a:rPr>
              <a:t>Comunicaciones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66376" y="4096512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707885"/>
                </a:solidFill>
                <a:latin typeface="Segoe UI"/>
              </a:rPr>
              <a:t>Comunicados internos con listas y tasa de lectura.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736592"/>
            <a:ext cx="213969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con_activo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" y="4882896"/>
            <a:ext cx="457200" cy="4572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49224" y="5431536"/>
            <a:ext cx="1847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9303D"/>
                </a:solidFill>
                <a:latin typeface="Segoe UI"/>
              </a:rPr>
              <a:t>Activos Fijos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" y="5724144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707885"/>
                </a:solidFill>
                <a:latin typeface="Segoe UI"/>
              </a:rPr>
              <a:t>Asignación, historial y mantenimiento de equipos.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07208" y="4736592"/>
            <a:ext cx="213969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con_evento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53512" y="4882896"/>
            <a:ext cx="457200" cy="4572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953512" y="5431536"/>
            <a:ext cx="1847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9303D"/>
                </a:solidFill>
                <a:latin typeface="Segoe UI"/>
              </a:rPr>
              <a:t>Eventos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53512" y="5724144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707885"/>
                </a:solidFill>
                <a:latin typeface="Segoe UI"/>
              </a:rPr>
              <a:t>Calendario de actividades y eventos de la empresa.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11496" y="4736592"/>
            <a:ext cx="213969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con_porta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57800" y="4882896"/>
            <a:ext cx="457200" cy="4572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257800" y="5431536"/>
            <a:ext cx="1847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9303D"/>
                </a:solidFill>
                <a:latin typeface="Segoe UI"/>
              </a:rPr>
              <a:t>Portal del Empleado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57800" y="5724144"/>
            <a:ext cx="1865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707885"/>
                </a:solidFill>
                <a:latin typeface="Segoe UI"/>
              </a:rPr>
              <a:t>Autogestión: firmas, pagos, cursos y certificados.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nexurh-icon-51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480" y="6556248"/>
            <a:ext cx="219456" cy="21945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13232" y="6473952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NexuHR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6473952"/>
            <a:ext cx="3566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FE3E0"/>
                </a:solidFill>
                <a:latin typeface="Segoe UI"/>
              </a:rPr>
              <a:t>www.nexuhr.pro   ·   +57 311 720 8085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572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9303D"/>
                </a:solidFill>
                <a:latin typeface="Segoe UI"/>
              </a:rPr>
              <a:t>Producto en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07885"/>
                </a:solidFill>
                <a:latin typeface="Segoe UI"/>
              </a:rPr>
              <a:t>Un panel principal que avisa lo que importa y pone la acción a un clic de distancia.</a:t>
            </a:r>
          </a:p>
        </p:txBody>
      </p:sp>
      <p:pic>
        <p:nvPicPr>
          <p:cNvPr id="5" name="Picture 4" descr="icon_check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52728" y="1600200"/>
            <a:ext cx="2953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9303D"/>
                </a:solidFill>
                <a:latin typeface="Segoe UI"/>
              </a:rPr>
              <a:t>Alertas automáticas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84831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707885"/>
                </a:solidFill>
                <a:latin typeface="Segoe UI"/>
              </a:rPr>
              <a:t>Exámenes vencidos, firmas pendientes y cursos por vencer.</a:t>
            </a:r>
          </a:p>
        </p:txBody>
      </p:sp>
      <p:pic>
        <p:nvPicPr>
          <p:cNvPr id="8" name="Picture 7" descr="icon_evaluacio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00200"/>
            <a:ext cx="420624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56048" y="1600200"/>
            <a:ext cx="2953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9303D"/>
                </a:solidFill>
                <a:latin typeface="Segoe UI"/>
              </a:rPr>
              <a:t>Acciones rápidas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84831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707885"/>
                </a:solidFill>
                <a:latin typeface="Segoe UI"/>
              </a:rPr>
              <a:t>Nuevo empleado, evaluación o comunicado en un clic.</a:t>
            </a:r>
          </a:p>
        </p:txBody>
      </p:sp>
      <p:pic>
        <p:nvPicPr>
          <p:cNvPr id="11" name="Picture 10" descr="icon_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600200"/>
            <a:ext cx="420624" cy="420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59368" y="1600200"/>
            <a:ext cx="2953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9303D"/>
                </a:solidFill>
                <a:latin typeface="Segoe UI"/>
              </a:rPr>
              <a:t>Visibilidad en tiempo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084831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707885"/>
                </a:solidFill>
                <a:latin typeface="Segoe UI"/>
              </a:rPr>
              <a:t>Indicadores de todo el equipo, siempre actualizados.</a:t>
            </a:r>
          </a:p>
        </p:txBody>
      </p:sp>
      <p:pic>
        <p:nvPicPr>
          <p:cNvPr id="14" name="Picture 13" descr="mockup_dashboard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857744"/>
            <a:ext cx="11155680" cy="342851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nexurh-icon-5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6556248"/>
            <a:ext cx="219456" cy="219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" y="6473952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NexuHR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73952"/>
            <a:ext cx="3566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FE3E0"/>
                </a:solidFill>
                <a:latin typeface="Segoe UI"/>
              </a:rPr>
              <a:t>www.nexuhr.pro   ·   +57 311 720 8085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0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F0A"/>
                </a:solidFill>
                <a:latin typeface="Segoe UI"/>
              </a:rPr>
              <a:t>PORTAL DEL EMPLEADO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Cada colaborador,</a:t>
            </a:r>
          </a:p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autogestionando lo suyo</a:t>
            </a:r>
          </a:p>
        </p:txBody>
      </p:sp>
      <p:pic>
        <p:nvPicPr>
          <p:cNvPr id="6" name="Picture 5" descr="icon_fir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70432" y="2679192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3EEEC"/>
                </a:solidFill>
                <a:latin typeface="Segoe UI"/>
              </a:rPr>
              <a:t>Firma electrónica del reglamento y las políticas internas</a:t>
            </a:r>
          </a:p>
        </p:txBody>
      </p:sp>
      <p:pic>
        <p:nvPicPr>
          <p:cNvPr id="8" name="Picture 7" descr="icon_nom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5584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70432" y="333756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3EEEC"/>
                </a:solidFill>
                <a:latin typeface="Segoe UI"/>
              </a:rPr>
              <a:t>Consulta de desprendibles de pago e historial</a:t>
            </a:r>
          </a:p>
        </p:txBody>
      </p:sp>
      <p:pic>
        <p:nvPicPr>
          <p:cNvPr id="10" name="Picture 9" descr="icon_curs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14216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70432" y="3995928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3EEEC"/>
                </a:solidFill>
                <a:latin typeface="Segoe UI"/>
              </a:rPr>
              <a:t>Cursos, certificados y capacitaciones al día</a:t>
            </a:r>
          </a:p>
        </p:txBody>
      </p:sp>
      <p:pic>
        <p:nvPicPr>
          <p:cNvPr id="12" name="Picture 11" descr="icon_incapacidad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72584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70432" y="4654296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3EEEC"/>
                </a:solidFill>
                <a:latin typeface="Segoe UI"/>
              </a:rPr>
              <a:t>Solicitud y seguimiento de incapacidades</a:t>
            </a:r>
          </a:p>
        </p:txBody>
      </p:sp>
      <p:pic>
        <p:nvPicPr>
          <p:cNvPr id="14" name="Picture 13" descr="mockup_por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289962"/>
            <a:ext cx="7345374" cy="4278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9303D"/>
                </a:solidFill>
                <a:latin typeface="Segoe UI"/>
              </a:rPr>
              <a:t>¿Por qué NexuHR?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691640"/>
            <a:ext cx="566928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" y="2423160"/>
            <a:ext cx="20939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9303D"/>
                </a:solidFill>
                <a:latin typeface="Segoe UI"/>
              </a:rPr>
              <a:t>Multi-empresa y multi-país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154680"/>
            <a:ext cx="20939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707885"/>
                </a:solidFill>
                <a:latin typeface="Segoe UI"/>
              </a:rPr>
              <a:t>Planes y precios adaptados a la moneda de cada país donde operas.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691640"/>
            <a:ext cx="566928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85032" y="2423160"/>
            <a:ext cx="20939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9303D"/>
                </a:solidFill>
                <a:latin typeface="Segoe UI"/>
              </a:rPr>
              <a:t>Seguridad en la nube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3154680"/>
            <a:ext cx="20939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707885"/>
                </a:solidFill>
                <a:latin typeface="Segoe UI"/>
              </a:rPr>
              <a:t>Autenticación, roles y respaldo de datos con infraestructura moderna.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check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691640"/>
            <a:ext cx="566928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8232" y="2423160"/>
            <a:ext cx="20939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9303D"/>
                </a:solidFill>
                <a:latin typeface="Segoe UI"/>
              </a:rPr>
              <a:t>Pensado para el SG-SST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154680"/>
            <a:ext cx="20939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707885"/>
                </a:solidFill>
                <a:latin typeface="Segoe UI"/>
              </a:rPr>
              <a:t>Comités, exámenes, reglamento y vigilancias, listos para auditoría.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3716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t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1432" y="1691640"/>
            <a:ext cx="566928" cy="5669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71432" y="2423160"/>
            <a:ext cx="20939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9303D"/>
                </a:solidFill>
                <a:latin typeface="Segoe UI"/>
              </a:rPr>
              <a:t>Planes simples y transparentes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154680"/>
            <a:ext cx="20939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707885"/>
                </a:solidFill>
                <a:latin typeface="Segoe UI"/>
              </a:rPr>
              <a:t>Facturación mensual o anual, sin letra pequeña ni permanencia.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74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BA3AE"/>
                </a:solidFill>
                <a:latin typeface="Segoe UI"/>
              </a:rPr>
              <a:t>NexuHR es un producto de Facil Apps Online, construido sobre infraestructura cloud (Supabase / PostgreSQL) con autenticación y control de roles por empresa.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nexurh-icon-5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6556248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3232" y="6473952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NexuHR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473952"/>
            <a:ext cx="3566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FE3E0"/>
                </a:solidFill>
                <a:latin typeface="Segoe UI"/>
              </a:rPr>
              <a:t>www.nexuhr.pro   ·   +57 311 720 8085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exurh-icon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86868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1965960"/>
            <a:ext cx="94457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Hablemos de cómo NexuHR puede</a:t>
            </a:r>
          </a:p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ayudar a tu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46120"/>
            <a:ext cx="76169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0" i="0">
                <a:solidFill>
                  <a:srgbClr val="D8E9E6"/>
                </a:solidFill>
                <a:latin typeface="Segoe UI"/>
              </a:rPr>
              <a:t>Agenda una demo gratuita y descubre la plataforma en acción.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3977639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F5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6048" y="3977639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0A2422"/>
                </a:solidFill>
                <a:latin typeface="Segoe UI"/>
              </a:rPr>
              <a:t>Solicita una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www.nexuhr.pro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AED6D0"/>
                </a:solidFill>
                <a:latin typeface="Segoe UI"/>
              </a:rPr>
              <a:t>WhatsApp  +57 311 720 8085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